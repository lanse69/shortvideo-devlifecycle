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0" r:id="rId4"/>
    <p:sldId id="261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-51813"/>
            <a:ext cx="9144000" cy="2187001"/>
          </a:xfrm>
        </p:spPr>
        <p:txBody>
          <a:bodyPr/>
          <a:lstStyle/>
          <a:p>
            <a:r>
              <a:rPr lang="zh-CN" altLang="en-US"/>
              <a:t>乐拍视</a:t>
            </a:r>
            <a:r>
              <a:rPr lang="zh-CN" altLang="en-US"/>
              <a:t>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40890" y="3366770"/>
            <a:ext cx="9062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开发人员：柏翔，刘金林，兰寅银，朱灿银，周</a:t>
            </a:r>
            <a:r>
              <a:rPr lang="zh-CN" altLang="en-US" sz="2800"/>
              <a:t>俊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sym typeface="+mn-ea"/>
              </a:rPr>
              <a:t>作品部署和演示：</a:t>
            </a:r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/>
              <a:t>分工：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/>
              <a:t>柏翔：</a:t>
            </a:r>
            <a:r>
              <a:rPr lang="en-US" altLang="zh-CN" sz="2000"/>
              <a:t>UI</a:t>
            </a:r>
            <a:r>
              <a:rPr lang="zh-CN" altLang="en-US" sz="2000"/>
              <a:t>设计，视频发布部分的上传、编辑和添加描述部分，文档</a:t>
            </a:r>
            <a:r>
              <a:rPr lang="zh-CN" altLang="en-US" sz="2000"/>
              <a:t>开发</a:t>
            </a:r>
            <a:endParaRPr lang="zh-CN" altLang="en-US" sz="2000"/>
          </a:p>
          <a:p>
            <a:r>
              <a:rPr lang="zh-CN" altLang="en-US" sz="2000"/>
              <a:t>刘金林：文档</a:t>
            </a:r>
            <a:r>
              <a:rPr lang="zh-CN" altLang="en-US" sz="2000">
                <a:sym typeface="+mn-ea"/>
              </a:rPr>
              <a:t>开发、负责客户端中与服务端的数据传输部分，同时修改客户端部分UI逻辑。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兰寅银</a:t>
            </a:r>
            <a:r>
              <a:rPr lang="zh-CN" altLang="en-US" sz="2000"/>
              <a:t>：文档，环境初始化，服务端，客户端拍摄、注册、自动登录，服务端客户端部署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朱灿银：播放视频页面的代码，文档</a:t>
            </a:r>
            <a:r>
              <a:rPr lang="zh-CN" altLang="en-US" sz="2000">
                <a:sym typeface="+mn-ea"/>
              </a:rPr>
              <a:t>开发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周俊：播放视频页面的代码，文档开发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/>
              <a:t>关键技术及其难点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6895" y="1691005"/>
            <a:ext cx="10515600" cy="4351338"/>
          </a:xfrm>
        </p:spPr>
        <p:txBody>
          <a:bodyPr/>
          <a:p>
            <a:r>
              <a:rPr lang="en-US" altLang="zh-CN" sz="2000"/>
              <a:t>1. </a:t>
            </a:r>
            <a:r>
              <a:rPr lang="zh-CN" altLang="en-US" sz="2000">
                <a:ea typeface="宋体" charset="0"/>
              </a:rPr>
              <a:t>音视频结合与临时文件的处理。</a:t>
            </a:r>
            <a:endParaRPr lang="zh-CN" altLang="en-US" sz="2000">
              <a:ea typeface="宋体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/>
              <a:t>软件实现与文档一致性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005" y="164655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 sz="2000"/>
              <a:t>1. </a:t>
            </a:r>
            <a:r>
              <a:rPr lang="zh-CN" altLang="en-US" sz="2000">
                <a:ea typeface="宋体" charset="0"/>
              </a:rPr>
              <a:t>用况和代码一致性良好。基本实现了浏览视频、点赞、关注和发布视频功能，符合基本流。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2. </a:t>
            </a:r>
            <a:r>
              <a:rPr lang="zh-CN" altLang="en-US" sz="2000">
                <a:ea typeface="宋体" charset="0"/>
              </a:rPr>
              <a:t>架构层面的一致性良好。代码实现的分布式服务器架构与文档描述的设计相符，服务端采用 Drogon 框架实现异步并发处理，客户端采用 Qt/QML 框架实现，视频转码作为独立后台服务运行。数据存储层使用了 MinIO、PostgreSQL 和 Redis，与文档一致。</a:t>
            </a:r>
            <a:endParaRPr lang="zh-CN" altLang="en-US" sz="2000">
              <a:ea typeface="宋体" charset="0"/>
            </a:endParaRPr>
          </a:p>
          <a:p>
            <a:pPr marL="0" indent="0">
              <a:buNone/>
            </a:pPr>
            <a:r>
              <a:rPr lang="en-US" altLang="zh-CN" sz="2000"/>
              <a:t>3. 代码与文档描述的设计基本一致。实体类准确反映了数据；边界类合理封装了与外部环境的交互；控制逻辑通过 Controller 和 Service 分层实现。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sym typeface="+mn-ea"/>
              </a:rPr>
              <a:t>项目的后续实现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160" y="1387475"/>
            <a:ext cx="10515600" cy="4351338"/>
          </a:xfrm>
        </p:spPr>
        <p:txBody>
          <a:bodyPr>
            <a:normAutofit fontScale="25000"/>
          </a:bodyPr>
          <a:p>
            <a:r>
              <a:rPr lang="zh-CN" altLang="en-US" sz="7200"/>
              <a:t>社交关系与互动：</a:t>
            </a:r>
            <a:endParaRPr lang="en-US" altLang="zh-CN" sz="7200"/>
          </a:p>
          <a:p>
            <a:r>
              <a:rPr lang="zh-CN" altLang="en-US" sz="6400"/>
              <a:t>评论与回复：为视频增加完整的评论区。</a:t>
            </a:r>
            <a:endParaRPr lang="en-US" altLang="zh-CN" sz="6400"/>
          </a:p>
          <a:p>
            <a:r>
              <a:rPr lang="zh-CN" altLang="en-US" sz="6400"/>
              <a:t>私信功能：允许用户之间发送文字、图片和视频消息。</a:t>
            </a:r>
            <a:endParaRPr lang="en-US" altLang="zh-CN" sz="6400"/>
          </a:p>
          <a:p>
            <a:r>
              <a:rPr lang="zh-CN" altLang="en-US" sz="7200"/>
              <a:t>内容分发与发现：</a:t>
            </a:r>
            <a:endParaRPr lang="en-US" altLang="zh-CN" sz="7200"/>
          </a:p>
          <a:p>
            <a:r>
              <a:rPr lang="zh-CN" altLang="en-US" sz="6400"/>
              <a:t>搜索功能：支持根据关键词搜索视频、用户、音乐或话题。</a:t>
            </a:r>
            <a:endParaRPr lang="en-US" altLang="zh-CN" sz="6400"/>
          </a:p>
          <a:p>
            <a:r>
              <a:rPr lang="zh-CN" altLang="en-US" sz="6400"/>
              <a:t>热门话题</a:t>
            </a:r>
            <a:r>
              <a:rPr lang="zh-CN" altLang="en-US" sz="6400"/>
              <a:t>聚集：创建热门话题，将相关视频汇集。</a:t>
            </a:r>
            <a:endParaRPr lang="en-US" altLang="zh-CN" sz="6400"/>
          </a:p>
          <a:p>
            <a:r>
              <a:rPr lang="zh-CN" altLang="en-US" sz="7200"/>
              <a:t>内容创作增强：</a:t>
            </a:r>
            <a:endParaRPr lang="en-US" altLang="zh-CN" sz="7200"/>
          </a:p>
          <a:p>
            <a:r>
              <a:rPr lang="zh-CN" altLang="en-US" sz="6400"/>
              <a:t>丰富拍摄工具：在发视频时，提供基础滤镜、美颜、变速、倒计时等拍摄工具。</a:t>
            </a:r>
            <a:endParaRPr lang="en-US" altLang="zh-CN" sz="6400"/>
          </a:p>
          <a:p>
            <a:r>
              <a:rPr lang="zh-CN" altLang="en-US" sz="6400"/>
              <a:t>音乐库：支持搜索、收藏和热门音乐榜。</a:t>
            </a:r>
            <a:endParaRPr lang="en-US" altLang="zh-CN" sz="6400"/>
          </a:p>
          <a:p>
            <a:r>
              <a:rPr lang="zh-CN" altLang="en-US" sz="7200"/>
              <a:t>用户体验优化：</a:t>
            </a:r>
            <a:endParaRPr lang="en-US" altLang="zh-CN" sz="7200"/>
          </a:p>
          <a:p>
            <a:r>
              <a:rPr lang="zh-CN" altLang="en-US" sz="6400"/>
              <a:t>消息通知系统：当收到点赞、评论、关注或回复时，及时通知网</a:t>
            </a:r>
            <a:r>
              <a:rPr lang="zh-CN" altLang="en-US" sz="6400"/>
              <a:t>民。</a:t>
            </a:r>
            <a:endParaRPr lang="en-US" altLang="zh-CN" sz="6400"/>
          </a:p>
          <a:p>
            <a:r>
              <a:rPr lang="zh-CN" altLang="en-US" sz="6400"/>
              <a:t>个人主页重构：清晰地分为</a:t>
            </a:r>
            <a:r>
              <a:rPr lang="en-US" altLang="zh-CN" sz="6400"/>
              <a:t>“</a:t>
            </a:r>
            <a:r>
              <a:rPr lang="zh-CN" altLang="en-US" sz="6400"/>
              <a:t>作品</a:t>
            </a:r>
            <a:r>
              <a:rPr lang="en-US" altLang="zh-CN" sz="6400"/>
              <a:t>”</a:t>
            </a:r>
            <a:r>
              <a:rPr lang="zh-CN" altLang="en-US" sz="6400"/>
              <a:t>、</a:t>
            </a:r>
            <a:r>
              <a:rPr lang="en-US" altLang="zh-CN" sz="6400"/>
              <a:t>“</a:t>
            </a:r>
            <a:r>
              <a:rPr lang="zh-CN" altLang="en-US" sz="6400"/>
              <a:t>喜欢</a:t>
            </a:r>
            <a:r>
              <a:rPr lang="en-US" altLang="zh-CN" sz="6400"/>
              <a:t>”</a:t>
            </a:r>
            <a:r>
              <a:rPr lang="zh-CN" altLang="en-US" sz="6400"/>
              <a:t>和</a:t>
            </a:r>
            <a:r>
              <a:rPr lang="en-US" altLang="zh-CN" sz="6400"/>
              <a:t>“</a:t>
            </a:r>
            <a:r>
              <a:rPr lang="zh-CN" altLang="en-US" sz="6400"/>
              <a:t>收藏</a:t>
            </a:r>
            <a:r>
              <a:rPr lang="en-US" altLang="zh-CN" sz="6400"/>
              <a:t>”</a:t>
            </a:r>
            <a:r>
              <a:rPr lang="zh-CN" altLang="en-US" sz="6400"/>
              <a:t>等标签，展示用户画像。</a:t>
            </a:r>
            <a:endParaRPr lang="zh-CN" altLang="en-US"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宋体</vt:lpstr>
      <vt:lpstr>方正书宋_GBK</vt:lpstr>
      <vt:lpstr>微软雅黑</vt:lpstr>
      <vt:lpstr>Calibri</vt:lpstr>
      <vt:lpstr>微软雅黑</vt:lpstr>
      <vt:lpstr>Arial Unicode MS</vt:lpstr>
      <vt:lpstr>WPS</vt:lpstr>
      <vt:lpstr>乐拍视界</vt:lpstr>
      <vt:lpstr>作品演示：</vt:lpstr>
      <vt:lpstr>分工：</vt:lpstr>
      <vt:lpstr>关键技术及其难点</vt:lpstr>
      <vt:lpstr>软件实现与文档一致性</vt:lpstr>
      <vt:lpstr>项目的后续实现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Slatm</dc:creator>
  <cp:lastModifiedBy>root</cp:lastModifiedBy>
  <cp:revision>20</cp:revision>
  <dcterms:created xsi:type="dcterms:W3CDTF">2026-01-16T13:49:56Z</dcterms:created>
  <dcterms:modified xsi:type="dcterms:W3CDTF">2026-01-16T13:49:56Z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9C4827EEDEB444B7A8D84DDBEBB03A4E_12</vt:lpwstr>
  </property>
</Properties>
</file>